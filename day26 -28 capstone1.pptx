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7" r:id="rId5"/>
    <p:sldId id="268" r:id="rId6"/>
    <p:sldId id="273" r:id="rId7"/>
    <p:sldId id="269" r:id="rId8"/>
    <p:sldId id="271" r:id="rId9"/>
    <p:sldId id="274" r:id="rId10"/>
    <p:sldId id="272" r:id="rId11"/>
    <p:sldId id="270" r:id="rId12"/>
    <p:sldId id="275" r:id="rId13"/>
    <p:sldId id="276" r:id="rId14"/>
    <p:sldId id="277" r:id="rId15"/>
    <p:sldId id="265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F22"/>
    <a:srgbClr val="DFC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4" autoAdjust="0"/>
    <p:restoredTop sz="94688" autoAdjust="0"/>
  </p:normalViewPr>
  <p:slideViewPr>
    <p:cSldViewPr>
      <p:cViewPr>
        <p:scale>
          <a:sx n="72" d="100"/>
          <a:sy n="72" d="100"/>
        </p:scale>
        <p:origin x="1168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B94D9-C04B-A04D-9935-282883CDFF44}" type="datetimeFigureOut">
              <a:rPr lang="en-SA" smtClean="0"/>
              <a:t>18/11/2025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5493C-30E3-2D4A-B339-57C60E5D602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39144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5493C-30E3-2D4A-B339-57C60E5D6023}" type="slidenum">
              <a:rPr lang="en-SA" smtClean="0"/>
              <a:t>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68145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41916" y="1919184"/>
            <a:ext cx="7250633" cy="6824658"/>
          </a:xfrm>
          <a:custGeom>
            <a:avLst/>
            <a:gdLst/>
            <a:ahLst/>
            <a:cxnLst/>
            <a:rect l="l" t="t" r="r" b="b"/>
            <a:pathLst>
              <a:path w="7250633" h="6824658">
                <a:moveTo>
                  <a:pt x="0" y="0"/>
                </a:moveTo>
                <a:lnTo>
                  <a:pt x="7250633" y="0"/>
                </a:lnTo>
                <a:lnTo>
                  <a:pt x="7250633" y="6824658"/>
                </a:lnTo>
                <a:lnTo>
                  <a:pt x="0" y="6824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762000" y="6005476"/>
            <a:ext cx="8753644" cy="911590"/>
            <a:chOff x="-1156441" y="-57150"/>
            <a:chExt cx="3963755" cy="463550"/>
          </a:xfrm>
        </p:grpSpPr>
        <p:sp>
          <p:nvSpPr>
            <p:cNvPr id="7" name="Freeform 7"/>
            <p:cNvSpPr/>
            <p:nvPr/>
          </p:nvSpPr>
          <p:spPr>
            <a:xfrm>
              <a:off x="-1156441" y="0"/>
              <a:ext cx="3963755" cy="406400"/>
            </a:xfrm>
            <a:custGeom>
              <a:avLst/>
              <a:gdLst/>
              <a:ahLst/>
              <a:cxnLst/>
              <a:rect l="l" t="t" r="r" b="b"/>
              <a:pathLst>
                <a:path w="2807314" h="406400">
                  <a:moveTo>
                    <a:pt x="2604114" y="0"/>
                  </a:moveTo>
                  <a:cubicBezTo>
                    <a:pt x="2716338" y="0"/>
                    <a:pt x="2807314" y="90976"/>
                    <a:pt x="2807314" y="203200"/>
                  </a:cubicBezTo>
                  <a:cubicBezTo>
                    <a:pt x="2807314" y="315424"/>
                    <a:pt x="2716338" y="406400"/>
                    <a:pt x="260411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DFD">
                      <a:alpha val="100000"/>
                    </a:srgbClr>
                  </a:gs>
                  <a:gs pos="100000">
                    <a:srgbClr val="79066E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SA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80731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285827">
            <a:off x="-3521560" y="-1459349"/>
            <a:ext cx="5380101" cy="8229600"/>
          </a:xfrm>
          <a:custGeom>
            <a:avLst/>
            <a:gdLst/>
            <a:ahLst/>
            <a:cxnLst/>
            <a:rect l="l" t="t" r="r" b="b"/>
            <a:pathLst>
              <a:path w="5380101" h="8229600">
                <a:moveTo>
                  <a:pt x="0" y="0"/>
                </a:moveTo>
                <a:lnTo>
                  <a:pt x="5380101" y="0"/>
                </a:lnTo>
                <a:lnTo>
                  <a:pt x="53801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85827">
            <a:off x="15764231" y="-2519741"/>
            <a:ext cx="3794832" cy="5804714"/>
          </a:xfrm>
          <a:custGeom>
            <a:avLst/>
            <a:gdLst/>
            <a:ahLst/>
            <a:cxnLst/>
            <a:rect l="l" t="t" r="r" b="b"/>
            <a:pathLst>
              <a:path w="3794832" h="5804714">
                <a:moveTo>
                  <a:pt x="0" y="0"/>
                </a:moveTo>
                <a:lnTo>
                  <a:pt x="3794831" y="0"/>
                </a:lnTo>
                <a:lnTo>
                  <a:pt x="3794831" y="5804714"/>
                </a:lnTo>
                <a:lnTo>
                  <a:pt x="0" y="5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41342">
            <a:off x="5829486" y="8106451"/>
            <a:ext cx="3794832" cy="5804714"/>
          </a:xfrm>
          <a:custGeom>
            <a:avLst/>
            <a:gdLst/>
            <a:ahLst/>
            <a:cxnLst/>
            <a:rect l="l" t="t" r="r" b="b"/>
            <a:pathLst>
              <a:path w="3794832" h="5804714">
                <a:moveTo>
                  <a:pt x="0" y="0"/>
                </a:moveTo>
                <a:lnTo>
                  <a:pt x="3794832" y="0"/>
                </a:lnTo>
                <a:lnTo>
                  <a:pt x="3794832" y="5804714"/>
                </a:lnTo>
                <a:lnTo>
                  <a:pt x="0" y="5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27312" y="8173741"/>
            <a:ext cx="4610100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Made by Asrar Fallatah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135086"/>
            <a:ext cx="8753646" cy="545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80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cloning Amazon Clone using Spring Boot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7114" y="2257420"/>
            <a:ext cx="10487686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15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E-Commerce Website System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735157" y="247818"/>
            <a:ext cx="4579737" cy="4310677"/>
          </a:xfrm>
          <a:custGeom>
            <a:avLst/>
            <a:gdLst/>
            <a:ahLst/>
            <a:cxnLst/>
            <a:rect l="l" t="t" r="r" b="b"/>
            <a:pathLst>
              <a:path w="4579737" h="4310677">
                <a:moveTo>
                  <a:pt x="0" y="0"/>
                </a:moveTo>
                <a:lnTo>
                  <a:pt x="4579737" y="0"/>
                </a:lnTo>
                <a:lnTo>
                  <a:pt x="4579737" y="4310677"/>
                </a:lnTo>
                <a:lnTo>
                  <a:pt x="0" y="4310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A" dirty="0"/>
          </a:p>
        </p:txBody>
      </p:sp>
      <p:sp>
        <p:nvSpPr>
          <p:cNvPr id="6" name="Freeform 6"/>
          <p:cNvSpPr/>
          <p:nvPr/>
        </p:nvSpPr>
        <p:spPr>
          <a:xfrm rot="-5400000">
            <a:off x="-468966" y="8221412"/>
            <a:ext cx="2471498" cy="3173674"/>
          </a:xfrm>
          <a:custGeom>
            <a:avLst/>
            <a:gdLst/>
            <a:ahLst/>
            <a:cxnLst/>
            <a:rect l="l" t="t" r="r" b="b"/>
            <a:pathLst>
              <a:path w="2471498" h="3173674">
                <a:moveTo>
                  <a:pt x="0" y="0"/>
                </a:moveTo>
                <a:lnTo>
                  <a:pt x="2471499" y="0"/>
                </a:lnTo>
                <a:lnTo>
                  <a:pt x="2471499" y="3173674"/>
                </a:lnTo>
                <a:lnTo>
                  <a:pt x="0" y="3173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3400" y="2030201"/>
            <a:ext cx="17449800" cy="7298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Sort products from cheap to expensive or expensive to cheap by category name. 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See products by category name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Add balance to a user 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View only in-stock products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Search for a product by name and see all his information . 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calculate how much a merchant earned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Get user history purchase by id .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Check in buy method if the user is admin if yes deny him and prevent from doing anything .</a:t>
            </a:r>
          </a:p>
          <a:p>
            <a:pPr marL="742950" indent="-742950" algn="l">
              <a:lnSpc>
                <a:spcPct val="150000"/>
              </a:lnSpc>
              <a:buFont typeface="+mj-lt"/>
              <a:buAutoNum type="arabicPeriod"/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Glacial Indifference"/>
              <a:cs typeface="Times New Roman" panose="02020603050405020304" pitchFamily="18" charset="0"/>
              <a:sym typeface="Glacial Indifference"/>
            </a:endParaRPr>
          </a:p>
          <a:p>
            <a:pPr algn="l">
              <a:lnSpc>
                <a:spcPct val="150000"/>
              </a:lnSpc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Glacial Indifference"/>
              <a:cs typeface="Times New Roman" panose="02020603050405020304" pitchFamily="18" charset="0"/>
              <a:sym typeface="Glacial Indifferen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72759" y="260921"/>
            <a:ext cx="8887762" cy="1061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Extra End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873BC03-3B70-D6B2-C01E-B0660B7F9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6" t="5264" r="2985" b="3158"/>
          <a:stretch>
            <a:fillRect/>
          </a:stretch>
        </p:blipFill>
        <p:spPr>
          <a:xfrm>
            <a:off x="2743200" y="2247900"/>
            <a:ext cx="12820650" cy="7093142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C00D31D2-770B-8FBA-FF0D-CFA2922A7B48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Sort product from cheap to expensive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B7A265-A199-BDAE-D555-5A80F7FFD3B2}"/>
              </a:ext>
            </a:extLst>
          </p:cNvPr>
          <p:cNvSpPr/>
          <p:nvPr/>
        </p:nvSpPr>
        <p:spPr>
          <a:xfrm>
            <a:off x="3124200" y="2933700"/>
            <a:ext cx="7848600" cy="457200"/>
          </a:xfrm>
          <a:prstGeom prst="rect">
            <a:avLst/>
          </a:prstGeom>
          <a:solidFill>
            <a:srgbClr val="1D1F22"/>
          </a:solidFill>
          <a:ln>
            <a:solidFill>
              <a:srgbClr val="1D1F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BCD42-A4ED-A97B-9F80-E3B01ABD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4D16A-F1C9-A40E-BCB1-4F6922751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476500"/>
            <a:ext cx="15634714" cy="6151006"/>
          </a:xfrm>
          <a:prstGeom prst="rect">
            <a:avLst/>
          </a:prstGeom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62AF2937-9C91-AABF-674C-134549BAAFCF}"/>
              </a:ext>
            </a:extLst>
          </p:cNvPr>
          <p:cNvSpPr txBox="1"/>
          <p:nvPr/>
        </p:nvSpPr>
        <p:spPr>
          <a:xfrm>
            <a:off x="1143000" y="10983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Sort product from cheap to expensive </a:t>
            </a:r>
          </a:p>
        </p:txBody>
      </p:sp>
    </p:spTree>
    <p:extLst>
      <p:ext uri="{BB962C8B-B14F-4D97-AF65-F5344CB8AC3E}">
        <p14:creationId xmlns:p14="http://schemas.microsoft.com/office/powerpoint/2010/main" val="197803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E7407-6D51-4774-A1ED-D28088DD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4">
            <a:extLst>
              <a:ext uri="{FF2B5EF4-FFF2-40B4-BE49-F238E27FC236}">
                <a16:creationId xmlns:a16="http://schemas.microsoft.com/office/drawing/2014/main" id="{9B24F924-8596-3028-B639-1D3207C4CC8B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See products by category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FBAC9-D2DB-CCC3-57F2-80FC0D208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9" b="4159"/>
          <a:stretch/>
        </p:blipFill>
        <p:spPr>
          <a:xfrm>
            <a:off x="2819400" y="2338324"/>
            <a:ext cx="12344400" cy="751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8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35FD4-85E9-242E-A408-1CD04B8D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40C7A7-FF97-AAE8-C4AF-32B8E182F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00300"/>
            <a:ext cx="16021750" cy="5486400"/>
          </a:xfrm>
          <a:prstGeom prst="rect">
            <a:avLst/>
          </a:prstGeom>
        </p:spPr>
      </p:pic>
      <p:sp>
        <p:nvSpPr>
          <p:cNvPr id="6" name="TextBox 14">
            <a:extLst>
              <a:ext uri="{FF2B5EF4-FFF2-40B4-BE49-F238E27FC236}">
                <a16:creationId xmlns:a16="http://schemas.microsoft.com/office/drawing/2014/main" id="{7E8ACAD6-5FCF-72B1-2160-E20E52E6CEC7}"/>
              </a:ext>
            </a:extLst>
          </p:cNvPr>
          <p:cNvSpPr txBox="1"/>
          <p:nvPr/>
        </p:nvSpPr>
        <p:spPr>
          <a:xfrm>
            <a:off x="1143000" y="1098358"/>
            <a:ext cx="1632655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See products by category name</a:t>
            </a:r>
          </a:p>
        </p:txBody>
      </p:sp>
    </p:spTree>
    <p:extLst>
      <p:ext uri="{BB962C8B-B14F-4D97-AF65-F5344CB8AC3E}">
        <p14:creationId xmlns:p14="http://schemas.microsoft.com/office/powerpoint/2010/main" val="22099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FA055-D479-2687-C53C-5513E302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67DBA348-2446-F9E4-CB70-02BA42B867F9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Add balance to a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63CB6D-A248-FF48-70A3-E07002AD7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0200" y="2611572"/>
            <a:ext cx="15011400" cy="649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7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7393B-E07B-DC02-5E4C-278223A7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4">
            <a:extLst>
              <a:ext uri="{FF2B5EF4-FFF2-40B4-BE49-F238E27FC236}">
                <a16:creationId xmlns:a16="http://schemas.microsoft.com/office/drawing/2014/main" id="{D1725342-8F5F-AD7D-6F0F-E87580445ECF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Add balance to a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979D6-A57F-0F9A-D45B-84587BE87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628900"/>
            <a:ext cx="15963900" cy="560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5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6B599-F4B3-E640-701E-FA1F4F6C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4">
            <a:extLst>
              <a:ext uri="{FF2B5EF4-FFF2-40B4-BE49-F238E27FC236}">
                <a16:creationId xmlns:a16="http://schemas.microsoft.com/office/drawing/2014/main" id="{CCB9FF98-0664-2D7B-A858-8BC1C384E681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View only in-stock products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216CE0-F7AC-FF69-8751-607A9B2AB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741" y="2628900"/>
            <a:ext cx="15120759" cy="532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5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943D8-9044-B732-20CE-3B1B35D5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CC4F4A7C-5AA8-4F98-6DE2-5C9668F915B3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View only in-stock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ACC29-23D6-0982-1155-A0B7D2297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516" y="3067050"/>
            <a:ext cx="1517596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3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19D95-B873-B68A-B8D3-DBE468BB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4">
            <a:extLst>
              <a:ext uri="{FF2B5EF4-FFF2-40B4-BE49-F238E27FC236}">
                <a16:creationId xmlns:a16="http://schemas.microsoft.com/office/drawing/2014/main" id="{51FDD4AA-E0EB-AEB1-0A14-BACB2658C20F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Search for a product by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B590DB-67D4-A826-383C-23A55FF25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476500"/>
            <a:ext cx="14859000" cy="653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1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EABBA-9450-4669-D9E7-3A6AD3E0B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CF7000CF-2136-CB35-9E7D-38D136E09B47}"/>
              </a:ext>
            </a:extLst>
          </p:cNvPr>
          <p:cNvSpPr txBox="1"/>
          <p:nvPr/>
        </p:nvSpPr>
        <p:spPr>
          <a:xfrm>
            <a:off x="990600" y="945958"/>
            <a:ext cx="15963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Search for a product by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BE732-497F-9AFC-97C1-699468956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324100"/>
            <a:ext cx="15550243" cy="634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E758B-3AB0-5303-E8AB-2639A863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8061E86A-D570-621F-82D9-2093722D03A4}"/>
              </a:ext>
            </a:extLst>
          </p:cNvPr>
          <p:cNvSpPr txBox="1"/>
          <p:nvPr/>
        </p:nvSpPr>
        <p:spPr>
          <a:xfrm>
            <a:off x="990600" y="945958"/>
            <a:ext cx="168402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calculate how much a merchant earned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F776A-6492-FF20-FBAC-8085A74D7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6400" y="3428976"/>
            <a:ext cx="15550243" cy="413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E0955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C60A5-F555-F310-BE8D-0578853A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B0F02E0F-D6F4-EC1D-1B16-0804D3299593}"/>
              </a:ext>
            </a:extLst>
          </p:cNvPr>
          <p:cNvSpPr txBox="1"/>
          <p:nvPr/>
        </p:nvSpPr>
        <p:spPr>
          <a:xfrm>
            <a:off x="990600" y="945958"/>
            <a:ext cx="168402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65"/>
              </a:lnSpc>
            </a:pPr>
            <a:r>
              <a:rPr lang="en-US" sz="7586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calculate how much a merchant earned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01514-89A6-EE63-5EB6-CBE74EDFF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1987571"/>
            <a:ext cx="10820400" cy="796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39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0955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>
            <a:extLst>
              <a:ext uri="{FF2B5EF4-FFF2-40B4-BE49-F238E27FC236}">
                <a16:creationId xmlns:a16="http://schemas.microsoft.com/office/drawing/2014/main" id="{42F82C0F-AA56-DB71-2F6C-9BA182F07191}"/>
              </a:ext>
            </a:extLst>
          </p:cNvPr>
          <p:cNvGrpSpPr/>
          <p:nvPr/>
        </p:nvGrpSpPr>
        <p:grpSpPr>
          <a:xfrm rot="-10800000">
            <a:off x="838200" y="644458"/>
            <a:ext cx="16687800" cy="9762505"/>
            <a:chOff x="0" y="-38100"/>
            <a:chExt cx="2861691" cy="444500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E2A17B4C-08AE-60AD-33D5-FBF407A8E155}"/>
                </a:ext>
              </a:extLst>
            </p:cNvPr>
            <p:cNvSpPr/>
            <p:nvPr/>
          </p:nvSpPr>
          <p:spPr>
            <a:xfrm>
              <a:off x="0" y="0"/>
              <a:ext cx="2861691" cy="40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DFD">
                      <a:alpha val="100000"/>
                    </a:srgbClr>
                  </a:gs>
                  <a:gs pos="100000">
                    <a:srgbClr val="79066E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786CF580-9B52-BC46-268E-584BB3F8EAD9}"/>
                </a:ext>
              </a:extLst>
            </p:cNvPr>
            <p:cNvSpPr txBox="1"/>
            <p:nvPr/>
          </p:nvSpPr>
          <p:spPr>
            <a:xfrm>
              <a:off x="0" y="-38100"/>
              <a:ext cx="24961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1580968">
            <a:off x="-2817571" y="-852869"/>
            <a:ext cx="5380101" cy="8229600"/>
          </a:xfrm>
          <a:custGeom>
            <a:avLst/>
            <a:gdLst/>
            <a:ahLst/>
            <a:cxnLst/>
            <a:rect l="l" t="t" r="r" b="b"/>
            <a:pathLst>
              <a:path w="5380101" h="8229600">
                <a:moveTo>
                  <a:pt x="0" y="0"/>
                </a:moveTo>
                <a:lnTo>
                  <a:pt x="5380101" y="0"/>
                </a:lnTo>
                <a:lnTo>
                  <a:pt x="53801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941342">
            <a:off x="14402520" y="7320486"/>
            <a:ext cx="3794832" cy="5804714"/>
          </a:xfrm>
          <a:custGeom>
            <a:avLst/>
            <a:gdLst/>
            <a:ahLst/>
            <a:cxnLst/>
            <a:rect l="l" t="t" r="r" b="b"/>
            <a:pathLst>
              <a:path w="3794832" h="5804714">
                <a:moveTo>
                  <a:pt x="0" y="0"/>
                </a:moveTo>
                <a:lnTo>
                  <a:pt x="3794832" y="0"/>
                </a:lnTo>
                <a:lnTo>
                  <a:pt x="3794832" y="5804714"/>
                </a:lnTo>
                <a:lnTo>
                  <a:pt x="0" y="5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80424" y="3300031"/>
            <a:ext cx="9892372" cy="2554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600" b="1" dirty="0">
                <a:solidFill>
                  <a:schemeClr val="bg1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The End </a:t>
            </a:r>
          </a:p>
        </p:txBody>
      </p:sp>
      <p:sp>
        <p:nvSpPr>
          <p:cNvPr id="12" name="TextBox 12"/>
          <p:cNvSpPr txBox="1"/>
          <p:nvPr/>
        </p:nvSpPr>
        <p:spPr>
          <a:xfrm rot="10800000">
            <a:off x="5246516" y="6168231"/>
            <a:ext cx="6760188" cy="158795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FE710A8F-0E8C-1319-26E7-60819A32B77E}"/>
              </a:ext>
            </a:extLst>
          </p:cNvPr>
          <p:cNvSpPr txBox="1"/>
          <p:nvPr/>
        </p:nvSpPr>
        <p:spPr>
          <a:xfrm>
            <a:off x="3251471" y="5891232"/>
            <a:ext cx="989237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DFC3EF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Thank you for listening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160</Words>
  <Application>Microsoft Macintosh PowerPoint</Application>
  <PresentationFormat>Custom</PresentationFormat>
  <Paragraphs>27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Black Gradient Modern Metaverse Presentation</dc:title>
  <cp:lastModifiedBy>a f</cp:lastModifiedBy>
  <cp:revision>3</cp:revision>
  <dcterms:created xsi:type="dcterms:W3CDTF">2006-08-16T00:00:00Z</dcterms:created>
  <dcterms:modified xsi:type="dcterms:W3CDTF">2025-11-19T07:01:53Z</dcterms:modified>
  <dc:identifier>DAG481yuOgY</dc:identifier>
</cp:coreProperties>
</file>